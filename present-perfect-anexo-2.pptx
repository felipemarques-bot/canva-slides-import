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8288000" cy="10287000"/>
  <p:notesSz cx="6858000" cy="9144000"/>
  <p:embeddedFontLst>
    <p:embeddedFont>
      <p:font typeface="Komsomol" charset="1" panose="00000000000000000000"/>
      <p:regular r:id="rId13"/>
    </p:embeddedFont>
    <p:embeddedFont>
      <p:font typeface="Klein Condensed Bold" charset="1" panose="00000806000000000000"/>
      <p:regular r:id="rId14"/>
    </p:embeddedFont>
    <p:embeddedFont>
      <p:font typeface="Klein Condensed" charset="1" panose="00000506000000000000"/>
      <p:regular r:id="rId15"/>
    </p:embeddedFont>
    <p:embeddedFont>
      <p:font typeface="Beth Ellen" charset="1" panose="00000000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7.png"/><Relationship Id="rId11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11.png"/><Relationship Id="rId15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20.png"/><Relationship Id="rId13" Type="http://schemas.openxmlformats.org/officeDocument/2006/relationships/image" Target="../media/image21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11.png"/><Relationship Id="rId15" Type="http://schemas.openxmlformats.org/officeDocument/2006/relationships/image" Target="../media/image1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20.png"/><Relationship Id="rId13" Type="http://schemas.openxmlformats.org/officeDocument/2006/relationships/image" Target="../media/image2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3.png"/><Relationship Id="rId15" Type="http://schemas.openxmlformats.org/officeDocument/2006/relationships/image" Target="../media/image4.sv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11.png"/><Relationship Id="rId19" Type="http://schemas.openxmlformats.org/officeDocument/2006/relationships/image" Target="../media/image1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7.png"/><Relationship Id="rId11" Type="http://schemas.openxmlformats.org/officeDocument/2006/relationships/image" Target="../media/image8.svg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7034" y="2186912"/>
            <a:ext cx="13293933" cy="624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1"/>
              </a:lnSpc>
            </a:pPr>
            <a:r>
              <a:rPr lang="en-US" sz="13001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PRESENT PERFECT x PAST SIMPLE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5836" y="2901152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5836" y="6337624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885825"/>
            <a:ext cx="13147517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FORMA E TEMPO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8449" y="2682077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Present Perfect: have/has + past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participle (I have seen, She has done).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Ação passada SEM tempo definido.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859623" y="6953169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98449" y="6070139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Past Simple: verbo no passado simples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(I saw, She did).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Ação passada COM tempo definido: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yesterday, last week, in 2010.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1055" y="4323291"/>
            <a:ext cx="5235126" cy="4807052"/>
          </a:xfrm>
          <a:custGeom>
            <a:avLst/>
            <a:gdLst/>
            <a:ahLst/>
            <a:cxnLst/>
            <a:rect r="r" b="b" t="t" l="l"/>
            <a:pathLst>
              <a:path h="4807052" w="5235126">
                <a:moveTo>
                  <a:pt x="0" y="0"/>
                </a:moveTo>
                <a:lnTo>
                  <a:pt x="5235125" y="0"/>
                </a:lnTo>
                <a:lnTo>
                  <a:pt x="5235125" y="4807052"/>
                </a:lnTo>
                <a:lnTo>
                  <a:pt x="0" y="48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1220781"/>
            <a:ext cx="1345662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Komsomol"/>
                <a:ea typeface="Komsomol"/>
                <a:cs typeface="Komsomol"/>
                <a:sym typeface="Komsomol"/>
              </a:rPr>
              <a:t>Continuidade e perguntas "How long...?":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5836" y="3405991"/>
            <a:ext cx="10879410" cy="53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PP: começou no passado e continua.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Ex.: I've lived here for 10 years.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PS: ação terminada no passado.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Ex.: I lived there for 10 years. (não moro mais)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How long have you lived here? (em curso)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How long did you live there? (encerrada)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5836" y="2901152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5836" y="6337624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885825"/>
            <a:ext cx="13147517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ADVÉRBIOS COMUNS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8449" y="2682077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Present Perfect: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already, just, yet, still, ever,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never, for, since, recently.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859623" y="6953169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98449" y="6070139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Past Simple: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yesterday, last night, ago,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in 2005, when I was a child.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1055" y="4323291"/>
            <a:ext cx="5235126" cy="4807052"/>
          </a:xfrm>
          <a:custGeom>
            <a:avLst/>
            <a:gdLst/>
            <a:ahLst/>
            <a:cxnLst/>
            <a:rect r="r" b="b" t="t" l="l"/>
            <a:pathLst>
              <a:path h="4807052" w="5235126">
                <a:moveTo>
                  <a:pt x="0" y="0"/>
                </a:moveTo>
                <a:lnTo>
                  <a:pt x="5235125" y="0"/>
                </a:lnTo>
                <a:lnTo>
                  <a:pt x="5235125" y="4807052"/>
                </a:lnTo>
                <a:lnTo>
                  <a:pt x="0" y="48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1220781"/>
            <a:ext cx="1345662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Komsomol"/>
                <a:ea typeface="Komsomol"/>
                <a:cs typeface="Komsomol"/>
                <a:sym typeface="Komsomol"/>
              </a:rPr>
              <a:t>Exemplos: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5836" y="3405991"/>
            <a:ext cx="10879410" cy="53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I've already finished my homework.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Have you ever been to Paris?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She's lived here since 2018.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 finished my homework yesterday.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 went to Paris in 2019.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She lived there for 5 years.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1930" y="4473275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4"/>
                </a:lnTo>
                <a:lnTo>
                  <a:pt x="0" y="6155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01930" y="5412669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13065" y="7294891"/>
            <a:ext cx="5261870" cy="7720293"/>
            <a:chOff x="0" y="0"/>
            <a:chExt cx="7015827" cy="102937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946454" y="0"/>
              <a:ext cx="4069373" cy="2212259"/>
            </a:xfrm>
            <a:custGeom>
              <a:avLst/>
              <a:gdLst/>
              <a:ahLst/>
              <a:cxnLst/>
              <a:rect r="r" b="b" t="t" l="l"/>
              <a:pathLst>
                <a:path h="2212259" w="4069373">
                  <a:moveTo>
                    <a:pt x="0" y="0"/>
                  </a:moveTo>
                  <a:lnTo>
                    <a:pt x="4069373" y="0"/>
                  </a:lnTo>
                  <a:lnTo>
                    <a:pt x="4069373" y="2212259"/>
                  </a:lnTo>
                  <a:lnTo>
                    <a:pt x="0" y="2212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08884" cy="10293724"/>
            </a:xfrm>
            <a:custGeom>
              <a:avLst/>
              <a:gdLst/>
              <a:ahLst/>
              <a:cxnLst/>
              <a:rect r="r" b="b" t="t" l="l"/>
              <a:pathLst>
                <a:path h="10293724" w="5408884">
                  <a:moveTo>
                    <a:pt x="0" y="0"/>
                  </a:moveTo>
                  <a:lnTo>
                    <a:pt x="5408884" y="0"/>
                  </a:lnTo>
                  <a:lnTo>
                    <a:pt x="5408884" y="10293724"/>
                  </a:lnTo>
                  <a:lnTo>
                    <a:pt x="0" y="10293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5836" y="1669750"/>
            <a:ext cx="1314751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DICA RÁPIDA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35320" y="4254200"/>
            <a:ext cx="13988916" cy="180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Se o tempo é específico -&gt; Past Simple.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Se não há tempo ou continua -&gt; Present Perfect.</a:t>
            </a:r>
          </a:p>
        </p:txBody>
      </p:sp>
      <p:sp>
        <p:nvSpPr>
          <p:cNvPr name="Freeform 16" id="16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01930" y="6611234"/>
            <a:ext cx="12230893" cy="65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 Qual tempo você usaria: since 2018 ou in 2010?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64910" y="2471429"/>
            <a:ext cx="14558180" cy="409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28"/>
              </a:lnSpc>
            </a:pPr>
            <a:r>
              <a:rPr lang="en-US" sz="23805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92876" y="5593011"/>
            <a:ext cx="10102248" cy="175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9"/>
              </a:lnSpc>
            </a:pPr>
            <a:r>
              <a:rPr lang="en-US" sz="10271">
                <a:solidFill>
                  <a:srgbClr val="EB77BE"/>
                </a:solidFill>
                <a:latin typeface="Beth Ellen"/>
                <a:ea typeface="Beth Ellen"/>
                <a:cs typeface="Beth Ellen"/>
                <a:sym typeface="Beth Ellen"/>
              </a:rPr>
              <a:t>for listening!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45201" y="8910955"/>
            <a:ext cx="1173060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 Bibliográfica: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MURPHY, Raymond. English Grammar in Use. 5th ed. Cambridge: Cambridge University Press,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DAGiK8VE4OU</dc:identifier>
  <dcterms:modified xsi:type="dcterms:W3CDTF">2011-08-01T06:04:30Z</dcterms:modified>
  <cp:revision>1</cp:revision>
  <dc:title>PRESENT CONTINUOUS _ Aula 02</dc:title>
</cp:coreProperties>
</file>